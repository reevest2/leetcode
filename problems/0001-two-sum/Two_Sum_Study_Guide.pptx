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SUM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Study Guide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#1  |  Hash Table Pattern  |  Easy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integers and a target, return the indices of the two numbers that add up to the target.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7863840" cy="2011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nums = [2, 7, 11, 15],  target = 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[0, 1]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nums[0] + nums[1] = 2 + 7 = 9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Code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INDICES, not values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type is int[], not the numbers themselves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 = y + 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is commutative — no need to check pairs twice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has a complement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344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= target - num. That's ALL you're searching for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13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use the same element twice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344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nums[i] and nums[j] must have different indices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Brute Force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O(n²)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0" y="12344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O(1)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possible pair with two nested loops.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4846320" cy="164592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468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to n-1: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= i+1 to n-1: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nums[i] + nums[j] == target: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[i, j]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233172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31720"/>
            <a:ext cx="64008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788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very small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(hash maps impractical)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starting 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starts at i+1 because x + y = y + x (no need to re-check).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Sort + Binary Search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920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 log 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12344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copy of the array, then for each element, binary search for its complement.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4846320" cy="164592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4231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 = sort(copy of nums)  // O(n log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(num, orig_idx):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 = target - num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binary_search(sorted, comp):  // O(log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[orig_idx, comp_idx]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60720" y="2331720"/>
            <a:ext cx="2926080" cy="16459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31720"/>
            <a:ext cx="64008" cy="1645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788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destroys the original index ordering. You must track original indices separately (e.g., sort pairs of [value, index]).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3: Sort + Two Pointers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920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 log 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12344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then walk two pointers inward from both ends.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4846320" cy="201168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42316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sort(nums)  // keep original indices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= 0,  right = n 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left &lt; right: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nums[left] + nums[right]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sum == target: return [left, right]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sum &lt; target:  left++    // need bigger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sum &gt; target:  right--   // need smaller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60720" y="2331720"/>
            <a:ext cx="2926080" cy="2011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31720"/>
            <a:ext cx="64008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788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ESSENTIAL for 3Sum, 4Sum, and many other pair/triplet problems. Master it here.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index-tracking caveat as binary search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4: Hash Map (Optimal)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3716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94560" y="1234440"/>
            <a:ext cx="14630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pass: for each number, check if its complement already exists in the map.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4846320" cy="164592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4231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 = {}  // value -&gt; index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num in enumerate(nums):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complement = target - num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complement in seen: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[seen[complement], i]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seen[num] = 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233172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31720"/>
            <a:ext cx="64008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788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 through the array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lookups per element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indices naturally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store = no self-match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Walkthrough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[2, 7, 11, 15]    target = 9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783080"/>
            <a:ext cx="3840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 i = 0,  nums[0] = 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complement = 9 - 2 =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in seen?  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{2: 0}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783080"/>
            <a:ext cx="3840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 i = 1,  nums[1] = 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2240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complement = 9 - 7 =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in seen?  YES! Index 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[0, 1]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7863840" cy="1280160"/>
          </a:xfrm>
          <a:prstGeom prst="rect">
            <a:avLst/>
          </a:prstGeom>
          <a:solidFill>
            <a:srgbClr val="14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State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step 1:   seen = { 2 → 0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step 2:      lookup(2) = 0  ✔  Found the complement!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Comparison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097280"/>
                <a:gridCol w="12801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Preserves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Indices?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67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Tiny n, assembly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Sort + BinSearch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</a:rPr>
                        <a:t>Extra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Pre-sorted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Sort + Two Ptrs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</a:rPr>
                        <a:t>Extra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3Sum, 4Sum prep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Hash 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67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674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General (optimal)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map wins on time while naturally preserving indices.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same element twice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97280" y="1581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complement BEFORE storing the current number. This ensures nums[i] can't match itself.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values instead of indices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9728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asks for indices [0, 1], not the values [2, 7]. Store value→index, not the reverse.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Worrying about negative numbers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097280" y="3410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maps handle negatives just fine. complement = target - (-3) works as expected.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233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sort destroys order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097280" y="4325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sort-based approaches, you must track original indices with pairs of (value, index).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Implementation Notes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234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with `in` operator. enumerate() gives (index, value). Cleanest syntax.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947672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947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03120" y="19476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Dictionary&lt;int,int&gt; with TryGetValue(). Returns bool + out param in one call.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660904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609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266090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unordered_map with find(). Check iterator != end(). Cast size() to int.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374136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741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03120" y="33741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hash map. Build your own with open addressing + linear probing.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03120" y="4087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brute force O(n²). Hash maps in assembly miss the learning point.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Table Pattern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a hash map: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O(1) lookup for previously seen elements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075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pairs or groups that satisfy a condition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05456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4597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frequencies of elements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889504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2843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duplicates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40080" y="3383280"/>
            <a:ext cx="64008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9"/>
          <p:cNvSpPr/>
          <p:nvPr/>
        </p:nvSpPr>
        <p:spPr>
          <a:xfrm>
            <a:off x="9144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Problems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14400" y="3794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3Sum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sort + two pointers (builds on approach 3)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167. Two Sum II (sorted)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pointers directly (input already sorted)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 Group Anagrams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hash map with sorted string as key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 matters more than language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maps trade space for time — O(n) beats O(n²)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 Two Pointers is a foundational pattern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ALL approaches, not just the optimal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Sum is the gateway to many harder problems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Sum - Complete Study Guide</dc:title>
  <dc:subject>PptxGenJS Presentation</dc:subject>
  <dc:creator>Trevor</dc:creator>
  <cp:lastModifiedBy>Trevor</cp:lastModifiedBy>
  <cp:revision>1</cp:revision>
  <dcterms:created xsi:type="dcterms:W3CDTF">2026-03-29T18:48:01Z</dcterms:created>
  <dcterms:modified xsi:type="dcterms:W3CDTF">2026-03-29T18:48:01Z</dcterms:modified>
</cp:coreProperties>
</file>